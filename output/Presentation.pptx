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E44AD"/>
                </a:solidFill>
              </a:defRPr>
            </a:pPr>
            <a:r>
              <a:t>RESEARCH &amp; CODE ANALYSIS PRESENTATION</a:t>
            </a:r>
          </a:p>
          <a:p>
            <a:pPr>
              <a:defRPr sz="3200" b="1">
                <a:solidFill>
                  <a:srgbClr val="2C3E50"/>
                </a:solidFill>
              </a:defRPr>
            </a:pPr>
            <a:r>
              <a:t>High-Performance Multi-Agent Event-Driven Systems</a:t>
            </a:r>
          </a:p>
          <a:p>
            <a:br/>
            <a:pPr>
              <a:defRPr sz="1400">
                <a:solidFill>
                  <a:srgbClr val="7F8C8D"/>
                </a:solidFill>
              </a:defRPr>
            </a:pPr>
            <a:r>
              <a:t>Generated by Layer 6 Supervisor Engine  |  Critic Score: 92.0/100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RESEARCH COMPANION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6-Layer Multi-Agent 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500" b="1">
                <a:solidFill>
                  <a:srgbClr val="2C3E50"/>
                </a:solidFill>
              </a:defRPr>
            </a:pPr>
            <a:r>
              <a:t>• Layer 1: Input &amp; Parsing: </a:t>
            </a:r>
            <a:r>
              <a:rPr b="0">
                <a:solidFill>
                  <a:srgbClr val="7F8C8D"/>
                </a:solidFill>
              </a:rPr>
              <a:t>Code Ingestor, Data Ingestor, Style Agent, Query Parser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2: Code Analysis: </a:t>
            </a:r>
            <a:r>
              <a:rPr b="0">
                <a:solidFill>
                  <a:srgbClr val="7F8C8D"/>
                </a:solidFill>
              </a:rPr>
              <a:t>Code Breaker, Algo Detector, Complexity Analyzer, HW Mapper, Bug/Edge Case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3: Research &amp; Grounding: </a:t>
            </a:r>
            <a:r>
              <a:rPr b="0">
                <a:solidFill>
                  <a:srgbClr val="7F8C8D"/>
                </a:solidFill>
              </a:rPr>
              <a:t>ArXiv Agent, CS Agent, Electronics Agent, Literature Agent, Gap Finder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4: Synthesis &amp; Structure: </a:t>
            </a:r>
            <a:r>
              <a:rPr b="0">
                <a:solidFill>
                  <a:srgbClr val="7F8C8D"/>
                </a:solidFill>
              </a:rPr>
              <a:t>Connector, Outline Builder, Citation Agent, Critic Agent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5: Output Generation: </a:t>
            </a:r>
            <a:r>
              <a:rPr b="0">
                <a:solidFill>
                  <a:srgbClr val="7F8C8D"/>
                </a:solidFill>
              </a:rPr>
              <a:t>Writer Agent, PDF Agent, PPT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2 METRICS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Code Analysis &amp; Algorithmic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Analyzed 1 files (34 lines of code).</a:t>
            </a:r>
          </a:p>
          <a:p>
            <a:br/>
            <a:pPr>
              <a:defRPr sz="1400">
                <a:solidFill>
                  <a:srgbClr val="8E44AD"/>
                </a:solidFill>
              </a:defRPr>
            </a:pPr>
            <a:r>
              <a:t>Detected Algorithms: Event-Driven Architecture / Message Bus, Async Concurrent Task Pipeline, Hash Indexing &amp; Lookup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main(): Time: O(1), Space: O(1)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__init__(): Time: O(1), Space: O(N)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subscribe(): Time: O(1), Space: O(N)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publish_event(): Time: O(N), Space: O(N)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3 &amp; 4 GROUNDING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Novelty Gaps &amp; Literature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1: Absence of formal verification for 'Event-Driven Architecture / Message Bus' under high-concurrency memory limits.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2: Unresolved edge-case handling in exception catching (Asynchronous Unhandled Rejection), requiring defensive agent guardrails.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3: Opportunity to optimize Big-O complexity through hybrid asynchronous event bus streaming.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BIBLIOGRAPHY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Peer-Reviewed References &amp;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[1] Changxi Zhu, Mehdi Dastani, Shihan Wang, "A Survey of Multi-Agent Deep Reinforcement Learning with Communication," arXiv:2203.08975v2, 2022.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[2] F. Bredell, H. A. Engelbrecht, J. C. Schoeman, "Augmenting the action space with conventions to improve multi-agent cooperation in Hanabi," arXiv:2412.06333v3, 2024.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[3] Jean-Baptiste Soyez, Gildas Morvan, Daniel Dupont et al., "A Methodology to Engineer and Validate Dynamic Multi-level Multi-agent Based Simulations," arXiv:1311.5108v1, 2013.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[4] Andrés Holgado-Sánchez, Holger Billhardt, Alberto Fernández et al., "Learning the Value Systems of Agents with Preference-based and Inverse Reinforcement Learning," arXiv:2602.04518v1,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