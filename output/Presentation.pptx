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E44AD"/>
                </a:solidFill>
              </a:defRPr>
            </a:pPr>
            <a:r>
              <a:t>RESEARCH &amp; CODE ANALYSIS PRESENTATION</a:t>
            </a:r>
          </a:p>
          <a:p>
            <a:pPr>
              <a:defRPr sz="3200" b="1">
                <a:solidFill>
                  <a:srgbClr val="2C3E50"/>
                </a:solidFill>
              </a:defRPr>
            </a:pPr>
            <a:r>
              <a:t>AI</a:t>
            </a:r>
          </a:p>
          <a:p>
            <a:br/>
            <a:pPr>
              <a:defRPr sz="1400">
                <a:solidFill>
                  <a:srgbClr val="7F8C8D"/>
                </a:solidFill>
              </a:defRPr>
            </a:pPr>
            <a:r>
              <a:t>Generated by Layer 6 Supervisor Engine  |  Critic Score: 77.0/100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RESEARCH COMPANION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6-Layer Multi-Agent Architecture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500" b="1">
                <a:solidFill>
                  <a:srgbClr val="2C3E50"/>
                </a:solidFill>
              </a:defRPr>
            </a:pPr>
            <a:r>
              <a:t>• Layer 1: Input &amp; Parsing: </a:t>
            </a:r>
            <a:r>
              <a:rPr b="0">
                <a:solidFill>
                  <a:srgbClr val="7F8C8D"/>
                </a:solidFill>
              </a:rPr>
              <a:t>Code Ingestor, Data Ingestor, Style Agent, Query Parser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2: Code Analysis: </a:t>
            </a:r>
            <a:r>
              <a:rPr b="0">
                <a:solidFill>
                  <a:srgbClr val="7F8C8D"/>
                </a:solidFill>
              </a:rPr>
              <a:t>Code Breaker, Algo Detector, Complexity Analyzer, HW Mapper, Bug/Edge Case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3: Research &amp; Grounding: </a:t>
            </a:r>
            <a:r>
              <a:rPr b="0">
                <a:solidFill>
                  <a:srgbClr val="7F8C8D"/>
                </a:solidFill>
              </a:rPr>
              <a:t>ArXiv Agent, CS Agent, Electronics Agent, Literature Agent, Gap Finder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4: Synthesis &amp; Structure: </a:t>
            </a:r>
            <a:r>
              <a:rPr b="0">
                <a:solidFill>
                  <a:srgbClr val="7F8C8D"/>
                </a:solidFill>
              </a:rPr>
              <a:t>Connector, Outline Builder, Citation Agent, Critic Agent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5: Output Generation: </a:t>
            </a:r>
            <a:r>
              <a:rPr b="0">
                <a:solidFill>
                  <a:srgbClr val="7F8C8D"/>
                </a:solidFill>
              </a:rPr>
              <a:t>Writer Agent, PDF Agent, PPT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LAYER 2 METRICS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Code Analysis &amp; Algorithmic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Analyzed 0 files (0 lines of code).</a:t>
            </a:r>
          </a:p>
          <a:p>
            <a:br/>
            <a:pPr>
              <a:defRPr sz="1400">
                <a:solidFill>
                  <a:srgbClr val="8E44AD"/>
                </a:solidFill>
              </a:defRPr>
            </a:pPr>
            <a:r>
              <a:t>Detected Algorithms: Modular Pipeline Execution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LAYER 3 &amp; 4 GROUNDING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Novelty Gaps &amp; Literature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1: Absence of formal verification for 'Modular Pipeline Execution' under high-concurrency memory limits.</a:t>
            </a:r>
          </a:p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2: Unresolved edge-case handling in exception catching (Asynchronous Unhandled Rejection), requiring defensive agent guardrails.</a:t>
            </a:r>
          </a:p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3: Opportunity to optimize Big-O complexity through hybrid asynchronous event bus streaming.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BIBLIOGRAPHY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Peer-Reviewed References &amp; Citations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[1] Aoi Naito, Hirokazu Shirado, "Faith in AI can narrow the futures individuals consider," arXiv:2603.28944v2, 2026.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[2] Qingyao Ai, Jingtao Zhan, Yiqun Liu, "Foundations of GenIR," arXiv:2501.02842v1, 2025.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[3] Melissa Wilfley, Mengting Ai, Madelyn Rose Sanfilippo, "Competing Visions of Ethical AI: A Case Study of OpenAI," arXiv:2601.16513v1, 2026.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[4] Gerardo Adesso, "Towards The Ultimate Brain: Exploring Scientific Discovery with ChatGPT AI," arXiv:2308.12400v1, 2023.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